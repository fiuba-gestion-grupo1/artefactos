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bcf652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bbcf652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67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1.1 - Registro de Usuario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1.2 - Inicio de Sesión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1.3 - Recuperación de Contraseña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1.4 - Cierre de Sesión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2.1 - Completar perfil básico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2.2 - Subir foto de perfil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825925" y="79240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825913" y="1217613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825925" y="164285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409760" y="1660674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825925" y="207985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409760" y="2085750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825925" y="2518825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825925" y="294600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7409760" y="2951900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417950" y="796624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417950" y="1228649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409939" y="2518825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20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6" name="Google Shape;96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61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3" name="Google Shape;103;p1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0" y="1413850"/>
            <a:ext cx="4405052" cy="23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02" y="1450088"/>
            <a:ext cx="4267197" cy="2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utilizada: Gemini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resolución de errores.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810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1170125"/>
            <a:ext cx="4876800" cy="333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311700" y="1322100"/>
            <a:ext cx="8731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Calidad y Buenas Prácticas: La IA no solo proveyó código, sino que introdujo y aplicó buenas prácticas de desarrollo: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Hasheo de contraseñas y respuestas de seguridad (nunca guardar texto plano).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Creación de APIs RESTful específicas y seguras (endpoints separados para cada acción).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Manejo de estado limpio en React, separando vistas y lógica.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Manejo correcto de FormData vs JSON en las llamadas a la API.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311700" y="966000"/>
            <a:ext cx="75978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3.1 - Crear publicación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3.2 - Eliminar publicación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2.3 - Configurar preferencias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4.1 - Buscador de destinos y actividades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4.2 - Guardar en favoritos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5.1 - Ver puntaje promedio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4.3 - Armar itinerario por destino (IA)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Filtrar por categoría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7591625" y="10320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7591625" y="14694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8 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7591625" y="19068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7591625" y="23442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142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591625" y="27816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7591625" y="32190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7593224" y="3660604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7593224" y="4098004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311700" y="1193900"/>
            <a:ext cx="8382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Logramos capacitarnos como equipo en las herramientas y lenguajes necesarios para iniciar el desarrollo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lograron cumplir todas las tareas planificadas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Debemos mejorar las técnicas de comunicación del equipo frente a cambios en el desarrollo durante el sprint para evitar encontrarse con errores al continuar con el desarrollo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1</a:t>
            </a:r>
            <a:endParaRPr b="1" sz="30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311700" y="1193900"/>
            <a:ext cx="8382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reajustó el cronograma, iniciando el desarrollo más tarde de lo previsto. Este cambio aumentó temporalmente la exposición al riesgo de “creep de alcance”, ya que fue necesario reordenar prioridades y redefinir entregas.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 caída de Amazon no afectó al proyecto; el riesgo de dependencia de terceros se mantuvo bajo control.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Los otros dos riesgos no se vieron afectados por los cambios recientes.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1 - Evolución de Riesgos</a:t>
            </a:r>
            <a:endParaRPr b="1" sz="30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71" name="Google Shape;171;p2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339975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