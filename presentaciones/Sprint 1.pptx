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roximaNova-bold.fntdata"/><Relationship Id="rId10" Type="http://schemas.openxmlformats.org/officeDocument/2006/relationships/slide" Target="slides/slide5.xml"/><Relationship Id="rId21" Type="http://schemas.openxmlformats.org/officeDocument/2006/relationships/font" Target="fonts/ProximaNova-regular.fntdata"/><Relationship Id="rId13" Type="http://schemas.openxmlformats.org/officeDocument/2006/relationships/slide" Target="slides/slide8.xml"/><Relationship Id="rId24" Type="http://schemas.openxmlformats.org/officeDocument/2006/relationships/font" Target="fonts/ProximaNova-boldItalic.fntdata"/><Relationship Id="rId12" Type="http://schemas.openxmlformats.org/officeDocument/2006/relationships/slide" Target="slides/slide7.xml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febbd9f3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febbd9f3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8ecd25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8ecd25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febbd9f3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4febbd9f3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febbd9f3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4febbd9f3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Historias de usuario</a:t>
            </a:r>
            <a:endParaRPr b="1"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67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1.1 - Registro de Usuario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1.2 - Inicio de Sesión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1.3 - Recuperación de Contraseña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1.4 - Cierre de Sesión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2.1 - Completar perfil básico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2.2 - Subir foto de perfil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825925" y="79240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825913" y="1217613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825925" y="164285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11700" y="4009125"/>
            <a:ext cx="344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30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676950" y="4070775"/>
            <a:ext cx="1280100" cy="67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409760" y="1660674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825925" y="207985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409760" y="2085750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825925" y="2518825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825925" y="294600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7409760" y="2951900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417950" y="796624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417950" y="1228649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409939" y="2518825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20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6" name="Google Shape;96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246813"/>
            <a:ext cx="4230549" cy="2615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424" y="1170125"/>
            <a:ext cx="4408176" cy="272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103" name="Google Shape;103;p1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50" y="1413850"/>
            <a:ext cx="4405052" cy="23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02" y="1450088"/>
            <a:ext cx="4267197" cy="224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utilizada: Gemini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también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para resolución de errores.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810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0" y="1170125"/>
            <a:ext cx="4876800" cy="3334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>
            <a:off x="311700" y="1322100"/>
            <a:ext cx="87318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Calidad y Buenas Prácticas: La IA no solo proveyó código, sino que introdujo y aplicó buenas prácticas de desarrollo: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Hasheo de contraseñas y respuestas de seguridad (nunca guardar texto plano).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Creación de APIs RESTful específicas y seguras (endpoints separados para cada acción).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Manejo de estado limpio en React, separando vistas y lógica.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Manejo correcto de FormData vs JSON en las llamadas a la API.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Compromisos para Sprint 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311700" y="966000"/>
            <a:ext cx="75978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33 - Nombre US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46 - </a:t>
            </a: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US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50 - Nombre US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54 - Nombre US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55 - Nombre US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56 - Nombre US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7591625" y="1059438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7591625" y="1496838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7591625" y="1934238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7591625" y="2371638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142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7591625" y="2809038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7591625" y="3246438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311700" y="1193900"/>
            <a:ext cx="87318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roxima Nova"/>
              <a:buChar char="-"/>
            </a:pPr>
            <a:r>
              <a:rPr lang="es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Logramos capacitarnos como equipo en las herramientas y lenguajes necesarios para iniciar el desarrollo</a:t>
            </a:r>
            <a:endParaRPr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roxima Nova"/>
              <a:buChar char="-"/>
            </a:pPr>
            <a:r>
              <a:rPr lang="es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lograron cumplir todas las tareas planificadas para este sprint</a:t>
            </a:r>
            <a:endParaRPr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roxima Nova"/>
              <a:buChar char="-"/>
            </a:pPr>
            <a:r>
              <a:rPr lang="es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Tuvimos que corregir algunos puntos de los artefactos desarrollados, lo que retrasaron un poco el inicio del desarrollo</a:t>
            </a:r>
            <a:endParaRPr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roxima Nova"/>
              <a:buChar char="-"/>
            </a:pPr>
            <a:r>
              <a:rPr lang="es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Mejorar las técnicas de comunicación del equipo frente a cambios en el desarrollo durante el sprint para evitar encontrarse con errores al continuar con el desarrollo</a:t>
            </a:r>
            <a:endParaRPr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1</a:t>
            </a:r>
            <a:endParaRPr b="1" sz="30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63" name="Google Shape;163;p2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25" y="1339975"/>
            <a:ext cx="5449574" cy="33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