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02c209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02c209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002c209b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002c209b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515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45 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02400" y="694875"/>
            <a:ext cx="6520500" cy="3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8.1 - Comentario de rechazo de 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publicación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de parte del Admin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Gestión de subscripción Premium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5.4 - Ordenar sugerencias por puntaje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4.3 - Armar Itinerario (IA)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5.7 - Ver detalles publicación en la ficha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4.7 - Marcar publicaciones favoritas como pendientes o realizados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722904" y="1551516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722904" y="1978294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722904" y="2407206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13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723029" y="2836128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723029" y="3265025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414152" y="2000200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414152" y="2429125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414151" y="1020575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722904" y="998675"/>
            <a:ext cx="637200" cy="3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89650" lIns="89650" spcFirstLastPara="1" rIns="89650" wrap="square" tIns="89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 sz="137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37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4152" y="1571275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414152" y="2858050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414152" y="3308825"/>
            <a:ext cx="10209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45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1" name="Google Shape;91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58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8" name="Google Shape;98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68200"/>
            <a:ext cx="4137449" cy="217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8200"/>
            <a:ext cx="4137441" cy="217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 utilizada: ChatGPT, Gemini y Copilot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también para resolución de errores.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9246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260" y="98563"/>
            <a:ext cx="4094341" cy="230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9921" y="2307763"/>
            <a:ext cx="4209024" cy="244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3426" y="445025"/>
            <a:ext cx="3217976" cy="21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547" y="2825950"/>
            <a:ext cx="3526025" cy="14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 title="Screenshot 2025-11-03 182114.png"/>
          <p:cNvPicPr preferRelativeResize="0"/>
          <p:nvPr/>
        </p:nvPicPr>
        <p:blipFill rotWithShape="1">
          <a:blip r:embed="rId5">
            <a:alphaModFix/>
          </a:blip>
          <a:srcRect b="14059" l="0" r="0" t="0"/>
          <a:stretch/>
        </p:blipFill>
        <p:spPr>
          <a:xfrm>
            <a:off x="432800" y="1017725"/>
            <a:ext cx="3362149" cy="155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 title="Screenshot 2025-11-03 1822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50" y="2571750"/>
            <a:ext cx="3139050" cy="246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311700" y="1322100"/>
            <a:ext cx="873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Acelera el diseño y la codificación y el debugging.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Permitió optimizar la lógica de recomendación y filtrado, evitando errores manuales.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Facilitó la depuración y refactorización del proyecto.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Ayudó a mantener consistencia entre backend y frontend, generando estructuras de datos y endpoints más claros.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/>
        </p:nvSpPr>
        <p:spPr>
          <a:xfrm>
            <a:off x="311700" y="1193900"/>
            <a:ext cx="8382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 se 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presentó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ninguno de los riesgos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●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Baja de un integrante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●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Dependencia de terceros (APIs, cuotas y costos)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●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Caída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sistema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Además, logramos capacitarnos sobre herramientas de integración de la IA, sobrellevando este riesgo de Gestión.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3 - Evolución de Riesgos</a:t>
            </a:r>
            <a:endParaRPr b="1" sz="3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311700" y="1193900"/>
            <a:ext cx="838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Positivos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sprint el desarrollo fue llevado a cabo de una manera más coordinada entre los integrantes. Se corrigió el error de commits y desarrollo en una única branch.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a Mejorar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+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Debemos continuar trabajando la comunicación para dar aviso de actualizaciones en el desarrollo de forma bien clara.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3 - Retro</a:t>
            </a:r>
            <a:endParaRPr b="1" sz="30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57" name="Google Shape;157;p2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148292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/>
        </p:nvSpPr>
        <p:spPr>
          <a:xfrm>
            <a:off x="311700" y="76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531475" y="639750"/>
            <a:ext cx="63816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4.9 Compartir itinerario (Premium)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5.8 Me gusta en reseñas (Premium)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5.9 Comentar una reseña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5.10 Reportar una reseña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6.1 Cargar gastos del viaje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6.2 Editar / Eliminar un gasto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6.3 Vista de gastos por 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categoría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6.4 Compartir planilla de gastos (Premium)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6.5 Invitar por mail a la planilla (Premium)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6.6 Cálculo de saldos por integrante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5155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308"/>
              <a:buFont typeface="Proxima Nova"/>
              <a:buChar char="●"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6.7 Exportar presupuesto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7106225" y="1086593"/>
            <a:ext cx="8967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600" lIns="64600" spcFirstLastPara="1" rIns="64600" wrap="square" tIns="6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7106369" y="1464908"/>
            <a:ext cx="8967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600" lIns="64600" spcFirstLastPara="1" rIns="64600" wrap="square" tIns="6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7106225" y="1861797"/>
            <a:ext cx="8967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600" lIns="64600" spcFirstLastPara="1" rIns="64600" wrap="square" tIns="6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7106374" y="2258673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7106369" y="2563287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7106369" y="727900"/>
            <a:ext cx="8967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600" lIns="64600" spcFirstLastPara="1" rIns="64600" wrap="square" tIns="6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7106540" y="3249372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 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7106375" y="3661664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7106543" y="4053863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7106378" y="4446039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7106371" y="2877469"/>
            <a:ext cx="896400" cy="28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4575" lIns="64575" spcFirstLastPara="1" rIns="64575" wrap="square" tIns="6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988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988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