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002c209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002c209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670cf135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670cf135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01dfd60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01dfd60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002c209b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002c209b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01dfd60e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01dfd60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97584" y="3338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33700" y="1141300"/>
            <a:ext cx="65748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8.1 </a:t>
            </a:r>
            <a:r>
              <a:rPr lang="es" sz="22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Recomendación</a:t>
            </a:r>
            <a:r>
              <a:rPr lang="es" sz="22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de conexiones </a:t>
            </a:r>
            <a:r>
              <a:rPr lang="es" sz="22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según</a:t>
            </a:r>
            <a:r>
              <a:rPr lang="es" sz="22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similitud de preferencias</a:t>
            </a:r>
            <a:endParaRPr sz="22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8.2 Ver itinerarios de</a:t>
            </a: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otros viajeros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8.3 Búsqueda manual de perfiles compatibles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8.4 Ver perfil con favoritos de viajeros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7.2 Historial de puntos: </a:t>
            </a:r>
            <a:r>
              <a:rPr lang="es" sz="225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Pestaña de puntos disponibles (Premium)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7.1 Acumular puntos por reseñas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883519" y="1835780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883678" y="2216546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883519" y="2652802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6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883683" y="3167058"/>
            <a:ext cx="9873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25" lIns="71125" spcFirstLastPara="1" rIns="71125" wrap="square" tIns="71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883678" y="3682435"/>
            <a:ext cx="9873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25" lIns="71125" spcFirstLastPara="1" rIns="71125" wrap="square" tIns="71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883678" y="1264709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16669" y="4009125"/>
            <a:ext cx="2593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19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946926" y="4070775"/>
            <a:ext cx="962400" cy="507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latin typeface="Proxima Nova"/>
                <a:ea typeface="Proxima Nova"/>
                <a:cs typeface="Proxima Nova"/>
                <a:sym typeface="Proxima Nova"/>
              </a:rPr>
              <a:t>37 SP</a:t>
            </a:r>
            <a:endParaRPr b="1"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924532" y="1834437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924691" y="2215203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7924532" y="2651459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924696" y="3165715"/>
            <a:ext cx="9873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25" lIns="71125" spcFirstLastPara="1" rIns="71125" wrap="square" tIns="71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924691" y="3681091"/>
            <a:ext cx="9873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25" lIns="71125" spcFirstLastPara="1" rIns="71125" wrap="square" tIns="71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924691" y="1263366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37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1" name="Google Shape;91;p1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58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8" name="Google Shape;98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0088"/>
            <a:ext cx="4267200" cy="2243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10025"/>
            <a:ext cx="4419600" cy="2323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 utilizada: ChatGPT, Gemini y Copilot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también para resolución de errores.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sp>
        <p:nvSpPr>
          <p:cNvPr id="116" name="Google Shape;116;p20"/>
          <p:cNvSpPr txBox="1"/>
          <p:nvPr/>
        </p:nvSpPr>
        <p:spPr>
          <a:xfrm>
            <a:off x="532850" y="1435400"/>
            <a:ext cx="78969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- Herramienta utilizada: ChatGPT, Gemini y Copilot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- Versiones e iteraciones: Se le envió contexto con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código ya hecho con el fin de generar código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nuevo. Se utilizó también para resolución de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errores.</a:t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731875" cy="23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800" y="3676975"/>
            <a:ext cx="3779130" cy="13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1176" y="261174"/>
            <a:ext cx="3552800" cy="219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6">
            <a:alphaModFix/>
          </a:blip>
          <a:srcRect b="0" l="0" r="0" t="13449"/>
          <a:stretch/>
        </p:blipFill>
        <p:spPr>
          <a:xfrm>
            <a:off x="4681175" y="2459000"/>
            <a:ext cx="3552800" cy="16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425" y="1104875"/>
            <a:ext cx="617282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/>
        </p:nvSpPr>
        <p:spPr>
          <a:xfrm>
            <a:off x="311700" y="1322100"/>
            <a:ext cx="873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Acelera el diseño y la codificación y el debugging.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Permitió optimizar la lógica de recomendación y filtrado, evitando errores manuales.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Facilitó la depuración y refactorización del proyecto.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Ayudó a mantener consistencia entre backend y frontend, generando estructuras de datos y endpoints más claros.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311700" y="974360"/>
            <a:ext cx="83820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Cambios en los riesgos principales frente a las acciones de mitigación y al avance del proyecto</a:t>
            </a:r>
            <a:endParaRPr sz="22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Desconocimiento de herramientas en integración con IA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4BA173"/>
                </a:solidFill>
                <a:latin typeface="Proxima Nova"/>
                <a:ea typeface="Proxima Nova"/>
                <a:cs typeface="Proxima Nova"/>
                <a:sym typeface="Proxima Nova"/>
              </a:rPr>
              <a:t>cerrado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Se completó la implementación de la IA. El desconocimiento ya no es un riesgo.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Baja de un integrante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E69138"/>
                </a:solidFill>
                <a:latin typeface="Proxima Nova"/>
                <a:ea typeface="Proxima Nova"/>
                <a:cs typeface="Proxima Nova"/>
                <a:sym typeface="Proxima Nova"/>
              </a:rPr>
              <a:t>abierto</a:t>
            </a:r>
            <a:endParaRPr sz="1800">
              <a:solidFill>
                <a:srgbClr val="E6913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El riesgo no se materializó. Se mantienen las mitigaciones (pair programming, sprint reviews) para reducir el impacto si ocurriera.</a:t>
            </a:r>
            <a:endParaRPr sz="1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311700" y="2254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2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5 - Evolución de Riesgos</a:t>
            </a:r>
            <a:endParaRPr b="1" sz="302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/>
        </p:nvSpPr>
        <p:spPr>
          <a:xfrm>
            <a:off x="311700" y="1183446"/>
            <a:ext cx="83820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Cambios en los riesgos principales frente a las acciones de mitigación y al avance del proyecto</a:t>
            </a:r>
            <a:endParaRPr sz="22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Dependencia de terceros (APIs, cuotas y costos)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F1C232"/>
                </a:solidFill>
                <a:latin typeface="Proxima Nova"/>
                <a:ea typeface="Proxima Nova"/>
                <a:cs typeface="Proxima Nova"/>
                <a:sym typeface="Proxima Nova"/>
              </a:rPr>
              <a:t>abierto</a:t>
            </a:r>
            <a:endParaRPr sz="1800">
              <a:solidFill>
                <a:srgbClr val="F1C23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El monitoreo de APIs (mitigación) no reportó incidentes y el consumo se mantiene estable. Reducimos la probabilidad percibida.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Caída de sistemas de terceros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E69138"/>
                </a:solidFill>
                <a:latin typeface="Proxima Nova"/>
                <a:ea typeface="Proxima Nova"/>
                <a:cs typeface="Proxima Nova"/>
                <a:sym typeface="Proxima Nova"/>
              </a:rPr>
              <a:t>abierto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Sin cambios. Es un riesgo externo que no podemos controlar. Mantenemos el monitoreo y el plan de contingencia.</a:t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311700" y="43457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2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5 - Evolución de Riesgos</a:t>
            </a:r>
            <a:endParaRPr b="1" sz="302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311700" y="1193900"/>
            <a:ext cx="8382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Positivos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sprint el desarrollo fue llevado a cabo de una manera más coordinada entre los integrantes. Se corrigió el error de commits y desarrollo en una única branch.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a Mejorar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+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Fue más 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difícil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dividirnos las historias de usuarios porque estamos todo rindiendo 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exámenes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 tras materias.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5 - Retro</a:t>
            </a:r>
            <a:endParaRPr b="1" sz="30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67" name="Google Shape;167;p2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148292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397584" y="3338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442677" y="1259250"/>
            <a:ext cx="71133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7.3 Canjear puntos por beneficios </a:t>
            </a:r>
            <a:r>
              <a:rPr lang="es" sz="225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(Premium)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8.5 Guardar Itinerario de otro usuario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7.5 Filtrar beneficios por puntos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7.6 Acumular puntos por invitar </a:t>
            </a: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vía</a:t>
            </a: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mail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7222494" y="1366137"/>
            <a:ext cx="10719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200" lIns="77200" spcFirstLastPara="1" rIns="77200" wrap="square" tIns="77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7222666" y="1754513"/>
            <a:ext cx="10719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200" lIns="77200" spcFirstLastPara="1" rIns="77200" wrap="square" tIns="77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7222494" y="2144178"/>
            <a:ext cx="10719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200" lIns="77200" spcFirstLastPara="1" rIns="77200" wrap="square" tIns="77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7222671" y="2541984"/>
            <a:ext cx="10713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416676" y="4009125"/>
            <a:ext cx="2894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2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3240910" y="4070775"/>
            <a:ext cx="1074300" cy="53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r>
              <a:rPr b="1" lang="es" sz="230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23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