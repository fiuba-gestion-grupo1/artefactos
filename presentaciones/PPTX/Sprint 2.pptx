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6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4febbd9f3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4febbd9f3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Duracion: 10 min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febbd9f39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4febbd9f3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02d4881a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02d4881a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4febbd9f39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4febbd9f3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56d2e00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56d2e00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56d2e00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56d2e00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b8ecd25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b8ecd25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b8ecd25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b8ecd25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f3beb2b3c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f3beb2b3c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bbcf652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bbcf652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c181aeb76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c181aeb76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a187941d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a187941d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Corresponde a la solapa </a:t>
            </a:r>
            <a:r>
              <a:rPr b="1" lang="es"/>
              <a:t>avance</a:t>
            </a:r>
            <a:r>
              <a:rPr lang="es"/>
              <a:t> de la planilla de artefactos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d66e5b018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d66e5b01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4febbd9f3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4febbd9f3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4febbd9f39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4febbd9f39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CIERRE SPRINT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User Stories Planificadas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5154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Historias de usuario</a:t>
            </a:r>
            <a:endParaRPr b="1"/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4009125"/>
            <a:ext cx="344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Total:</a:t>
            </a:r>
            <a:endParaRPr sz="30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676950" y="4070775"/>
            <a:ext cx="1280100" cy="677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44 </a:t>
            </a: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SP</a:t>
            </a:r>
            <a:endParaRPr b="1"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419309" y="1579838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419309" y="1950248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419309" y="2705009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7426445" y="1203373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419464" y="2327629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11700" y="792400"/>
            <a:ext cx="6302400" cy="29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3.1 - Crear publicación</a:t>
            </a:r>
            <a:endParaRPr sz="24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3.2 - Eliminar publicación</a:t>
            </a:r>
            <a:endParaRPr sz="24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2.3 - Configurar preferencias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2.4 - Buscador de destinos y actividades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4.2 - Guardar en favoritos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4.1 - Ver puntaje promedio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5.5 - </a:t>
            </a: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Publicar reseña (Premium)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4.4 - Filtrar por categoría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776201" y="812548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8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776201" y="1193698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8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776201" y="1574847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776201" y="1955996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6776201" y="2337146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3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776201" y="2718295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6777595" y="3103091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6777595" y="3484240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7426163" y="821383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7419026" y="3468140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7419181" y="3090760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1470850" y="4091800"/>
            <a:ext cx="21039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actual: 44 SP</a:t>
            </a:r>
            <a:endParaRPr b="1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95" name="Google Shape;95;p16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75" y="1246813"/>
            <a:ext cx="4230549" cy="2615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3424" y="1170125"/>
            <a:ext cx="4408176" cy="2725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102" name="Google Shape;102;p1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50" y="1413850"/>
            <a:ext cx="4405052" cy="231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402" y="1450088"/>
            <a:ext cx="4267197" cy="224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/>
        </p:nvSpPr>
        <p:spPr>
          <a:xfrm>
            <a:off x="311700" y="1322100"/>
            <a:ext cx="8731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Herramienta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utilizada: Gemini y ChatGPT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Versiones e iteraciones: Se le envió contexto con código ya hecho con el fin de generar código nuevo. Se utilizó 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también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para resolución de errores.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</a:t>
            </a:r>
            <a:endParaRPr b="1" sz="30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Ejemplos</a:t>
            </a:r>
            <a:endParaRPr b="1" sz="3020"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775" y="1109787"/>
            <a:ext cx="4934800" cy="27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6300" y="2052452"/>
            <a:ext cx="3973600" cy="25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/>
        </p:nvSpPr>
        <p:spPr>
          <a:xfrm>
            <a:off x="311700" y="1322100"/>
            <a:ext cx="8731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-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utilizó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la IA mediante el pasaje del contexto en el cual estaba el tp. Utilizando la IA se pudo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desarrollar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de manera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más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precisa sabiendo en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qué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partes del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código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se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deberían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realizar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modificaciones.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-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Además, la inteligencia artificial aportó buenas prácticas que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favorecen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la coherencia y consistencia de la base de datos, como el uso de relaciones adecuadas entre tablas. También contribuyó al diseño de APIs RESTful específicas y seguras, con endpoints claramente separados según la acción correspondiente. En el frontend, promovió un manejo de estado limpio en React, con una separación clara entre las vistas y la lógica de negocio. 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Justificación de Resultado Final</a:t>
            </a:r>
            <a:endParaRPr b="1" sz="30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Retro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/>
        </p:nvSpPr>
        <p:spPr>
          <a:xfrm>
            <a:off x="311700" y="1193900"/>
            <a:ext cx="83820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1. </a:t>
            </a: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Si bien se alcanzó a realizar una investigación completa sobre la herramienta de IA ‘Gemini’ para su integración.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El tiempo que nos llevó generó retrasos en el desarrolló, por lo que se decidió ajustar el cronograma y posponer al siguiente sprint el feature relacionado. 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Esta reprogramación buscó reducir riesgos asociados a la falta de experiencia y asegurar una integración más sólida y planificada.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2. </a:t>
            </a: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Hubo un problema en la comunicación y quedaron cambios sin mergear en una rama; generando un conflicto en el desarrollo.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2 - Evolución de Riesgos</a:t>
            </a:r>
            <a:endParaRPr b="1" sz="30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/>
        </p:nvSpPr>
        <p:spPr>
          <a:xfrm>
            <a:off x="311700" y="1193900"/>
            <a:ext cx="8382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Luego de modificar el cronograma, se lograron cumplir todas las tareas planificadas.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Incorporamos un nuevo artefacto de “</a:t>
            </a: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gestión</a:t>
            </a: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de cambios”, para un mejor seguimiento de posibles actualizaciones o cambios repentinos durante el desarrollo.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 tuvo una reunión grupal donde se buscó formas de mejorar la metodología de trabajo, para asegurar que no se vuelva a caer en inconsistencias durante el desarrollo.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2</a:t>
            </a:r>
            <a:endParaRPr b="1" sz="30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/>
        </p:nvSpPr>
        <p:spPr>
          <a:xfrm>
            <a:off x="190500" y="1438275"/>
            <a:ext cx="824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Avance</a:t>
            </a:r>
            <a:endParaRPr b="1" sz="3020"/>
          </a:p>
        </p:txBody>
      </p:sp>
      <p:pic>
        <p:nvPicPr>
          <p:cNvPr id="151" name="Google Shape;151;p25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025" y="1339975"/>
            <a:ext cx="5449574" cy="33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14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DEMO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Compromisos para Sprint 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/>
        </p:nvSpPr>
        <p:spPr>
          <a:xfrm>
            <a:off x="311700" y="966000"/>
            <a:ext cx="7279800" cy="4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4.4 - </a:t>
            </a:r>
            <a:r>
              <a:rPr lang="es" sz="2800">
                <a:solidFill>
                  <a:srgbClr val="1F1F1F"/>
                </a:solidFill>
                <a:highlight>
                  <a:srgbClr val="FFFFFF"/>
                </a:highlight>
              </a:rPr>
              <a:t>Gestión de subscripción Premium</a:t>
            </a:r>
            <a:endParaRPr sz="46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5.4 - Ordenar sugerencias por puntaje</a:t>
            </a:r>
            <a:endParaRPr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4.3 - Armar Itinerario (IA)</a:t>
            </a:r>
            <a:endParaRPr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5.7 - Ver reseñas en la ficha</a:t>
            </a:r>
            <a:endParaRPr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4.7 - Marcar publicaciones favoritas como pendientes o realizados</a:t>
            </a:r>
            <a:endParaRPr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7591625" y="1106114"/>
            <a:ext cx="711300" cy="43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100075" lIns="100075" spcFirstLastPara="1" rIns="100075" wrap="square" tIns="1000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8 </a:t>
            </a: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SP</a:t>
            </a:r>
            <a:endParaRPr b="1" sz="153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7591625" y="1584953"/>
            <a:ext cx="711300" cy="43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100075" lIns="100075" spcFirstLastPara="1" rIns="100075" wrap="square" tIns="1000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53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7591625" y="2063793"/>
            <a:ext cx="711300" cy="43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100075" lIns="100075" spcFirstLastPara="1" rIns="100075" wrap="square" tIns="1000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13</a:t>
            </a: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53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311700" y="142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Historias de usuario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1" name="Google Shape;171;p28"/>
          <p:cNvSpPr txBox="1"/>
          <p:nvPr/>
        </p:nvSpPr>
        <p:spPr>
          <a:xfrm>
            <a:off x="7591625" y="2542633"/>
            <a:ext cx="711300" cy="43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100075" lIns="100075" spcFirstLastPara="1" rIns="100075" wrap="square" tIns="1000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53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7591625" y="3021473"/>
            <a:ext cx="711300" cy="43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100075" lIns="100075" spcFirstLastPara="1" rIns="100075" wrap="square" tIns="1000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532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