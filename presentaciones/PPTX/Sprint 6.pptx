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roximaNova-bold.fntdata"/><Relationship Id="rId10" Type="http://schemas.openxmlformats.org/officeDocument/2006/relationships/slide" Target="slides/slide5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8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7.xml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6abe7ed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6abe7ed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002c209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002c209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01dfd60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01dfd60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002c209b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002c209b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97584" y="3338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42677" y="1259250"/>
            <a:ext cx="7113300" cy="26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7.3 Canjear puntos por beneficios </a:t>
            </a:r>
            <a:r>
              <a:rPr lang="es" sz="225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(Premium)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8.5 Guardar Itinerario de otro usuario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7.5 Filtrar beneficios por puntos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7.6 Acumular puntos por invitar vía mail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5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10.1 Edición de itinerario</a:t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724124" y="1366137"/>
            <a:ext cx="10719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200" lIns="77200" spcFirstLastPara="1" rIns="77200" wrap="square" tIns="77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724297" y="1754513"/>
            <a:ext cx="10719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200" lIns="77200" spcFirstLastPara="1" rIns="77200" wrap="square" tIns="77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724124" y="2144178"/>
            <a:ext cx="10719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200" lIns="77200" spcFirstLastPara="1" rIns="77200" wrap="square" tIns="77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724302" y="2541984"/>
            <a:ext cx="10713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6676" y="4009125"/>
            <a:ext cx="2894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2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240910" y="4070775"/>
            <a:ext cx="1074300" cy="53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Proxima Nova"/>
                <a:ea typeface="Proxima Nova"/>
                <a:cs typeface="Proxima Nova"/>
                <a:sym typeface="Proxima Nova"/>
              </a:rPr>
              <a:t>23 SP</a:t>
            </a:r>
            <a:endParaRPr b="1" sz="2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795596" y="1362016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795596" y="1769091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7795596" y="2176166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795596" y="2569916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724127" y="2963684"/>
            <a:ext cx="1071300" cy="354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7175" lIns="77175" spcFirstLastPara="1" rIns="77175" wrap="square" tIns="771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 sz="129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29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795421" y="2991616"/>
            <a:ext cx="987600" cy="3267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37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89" name="Google Shape;89;p1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580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6" name="Google Shape;96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0088"/>
            <a:ext cx="4267200" cy="2243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10025"/>
            <a:ext cx="4419600" cy="2323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 utilizada: ChatGPT, Gemini y Copilot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también para resolución de errores.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813" y="1017725"/>
            <a:ext cx="390238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/>
        </p:nvSpPr>
        <p:spPr>
          <a:xfrm>
            <a:off x="311700" y="1322100"/>
            <a:ext cx="873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Acelera el diseño y la codificación y el debugging.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Permitió optimizar la lógica de recomendación y filtrado, evitando errores manuales.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Facilitó la depuración y refactorización del proyecto.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Ayudó a mantener consistencia entre backend y frontend, generando estructuras de datos y endpoints más claros.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311700" y="974360"/>
            <a:ext cx="83820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Cambios en los riesgos principales frente a las acciones de mitigación y al avance del proyecto</a:t>
            </a:r>
            <a:endParaRPr sz="22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Desconocimiento de herramientas en integración con IA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4BA173"/>
                </a:solidFill>
                <a:latin typeface="Proxima Nova"/>
                <a:ea typeface="Proxima Nova"/>
                <a:cs typeface="Proxima Nova"/>
                <a:sym typeface="Proxima Nova"/>
              </a:rPr>
              <a:t>cerrado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</a:t>
            </a: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Se terminó el desarrollo del proyecto.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Baja de un integrante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cerrado</a:t>
            </a:r>
            <a:endParaRPr sz="1800">
              <a:solidFill>
                <a:srgbClr val="E6913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Se terminó el desarrollo del proyecto.</a:t>
            </a:r>
            <a:endParaRPr sz="1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311700" y="2254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2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4 - Evolución de Riesgos</a:t>
            </a:r>
            <a:endParaRPr b="1" sz="302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311700" y="1183446"/>
            <a:ext cx="83820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Cambios en los riesgos principales frente a las acciones de mitigación y al avance del proyecto</a:t>
            </a:r>
            <a:endParaRPr sz="22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Dependencia de terceros (APIs, cuotas y costos)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cerrado</a:t>
            </a:r>
            <a:endParaRPr sz="1800">
              <a:solidFill>
                <a:srgbClr val="F1C23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</a:t>
            </a: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Se terminó el desarrollo del proyecto.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Caída de sistemas de terceros</a:t>
            </a:r>
            <a:endParaRPr b="1" sz="20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cerrado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</a:t>
            </a: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Se terminó el desarrollo del proyecto.</a:t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311700" y="43457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2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4 - Evolución de Riesgos</a:t>
            </a:r>
            <a:endParaRPr b="1" sz="302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311700" y="1193900"/>
            <a:ext cx="8382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Positivos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pudieron completar tanto las historias planificadas. Como la nueva funcionalidad pedida por el usuario.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a Mejorar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+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Distribución de las tareas.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3 - Retro</a:t>
            </a:r>
            <a:endParaRPr b="1" sz="30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50" name="Google Shape;150;p2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148292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